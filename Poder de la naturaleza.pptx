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FF16D-A44E-F27B-8588-BDC62B629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BB3718-EF97-E1C8-37D6-8A0B3DA16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27D53F-D4E1-7D14-D1D5-F8CACE1BD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6ED0C1-DBA1-BD0B-048A-281B6966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73EE2-1A50-5232-D1EB-F5EC0990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56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456C8-0B5E-A0A8-3D46-9C2E481F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C55C67-8385-FA94-95EA-80252BB55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17A133-83BB-9AF2-FD20-AC3B0CD9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103861-D2D3-B34E-A6C8-86E8ECAC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6F816C-7C08-EF64-B5DE-182BB1821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3146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83095-27E8-64C2-1670-6B2A8C156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A1A03A-BED6-9DC0-77D6-FFBE3FAEA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163483-979B-35C8-106A-69552019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CA3544-232E-CBB4-A6AD-0516ACDE6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C9CE4D-641B-E683-CB04-5A5E7A15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064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28185-21F3-B414-B72A-1BCD96BB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D52462-DA13-9CE0-3C27-99BF2ED84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6DD8BA-AC67-0BF5-0F3A-09C2C5EA5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E88453-1074-A72C-2E82-7634ABB13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D12C99-1CC8-465A-9E29-B3E8D793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752516-7989-84ED-CA84-8D6984C4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3523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D5E41-2866-6D5C-41F6-BD7BAE1DB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E05947-3607-7C6B-C9B5-3C8811DC1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811425-0A88-CB5D-B684-A359A4269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E2F84F-8A2C-9478-6437-CBE271A28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D5CF90-6B88-10D1-52A5-19809985D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E6A857E-A91C-6E36-3759-D75338CE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879380-F81F-F393-AE42-F9A695C8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823B99D-B4FF-4050-9482-B04EDD12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224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90066-5524-5497-BC48-F97BBA68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7A5C50-9DA8-67A6-089F-89DA39E98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44C396-962C-AEAB-3BFB-229A9272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543E57-B3E8-FA67-AB50-D8128D4D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2991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94C7D3-D3E6-230B-2C26-572E5E9A7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399E1C-97EC-C0C6-FBF2-CE4220EC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47AE35-5B35-A285-D3AF-6467FB1A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200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D075A9-B2C8-19BB-4E4B-E8B28431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89C9CA-0AC9-9DC8-872D-46A2F628C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1BBFB3-59C6-4381-908F-5BAFF6886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35CD5D-FAAC-7F15-D44F-C4E48262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A43F81-067E-B000-6275-45A1EE03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84E908-749E-4B05-BDA5-9709E595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866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DD6C9-1D17-F1E1-A3B2-F1F2FDA92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9A9283-2142-7B61-9803-486AE42A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3F3B48-64CD-7FC1-20F2-E8A7E72D8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DC821C-86C3-00E8-BB26-DE328ADC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88DB47-3054-630A-8529-68FFB762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B9CFCD-265C-3089-325A-9D2B4DD8F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228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AC3E2-3E35-DFE3-6F48-7C1F45F7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21EB749-ECAD-FBCA-C0E4-79566454A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C86B42-98C2-DD0A-36E8-C83BBC02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857A5A-FA9B-294A-C5F3-7668A57E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3D63F2-4B71-BCA4-2CA5-DDAA37C7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966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91BAA8-B53D-0EF7-C874-AA3B7D7E64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37C1B9-E896-15E9-EADA-FD2FB452B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CB1430-C76B-7D83-D176-84AD37B8C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95BBF9-C800-F203-4E63-45DB7F34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AC654-725A-DD3C-C50C-30753E8F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256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302075-BC3B-D35C-C1E3-F46B3328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6A09EB-9930-7EE6-AD6B-EB75B6E2E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946697-3031-0317-74DA-B2A601474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864A4-ACCA-45B1-932C-1FFD45055C19}" type="datetimeFigureOut">
              <a:rPr lang="es-CO" smtClean="0"/>
              <a:t>11/08/2025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55D6C3-CDC6-67AA-202F-49169ABD0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052A2-0979-5CA5-DCB1-6D5461074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15381-382F-42B8-974A-42D97E7676E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738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0573CE5-DFDC-ECCF-8CFD-197D2AA8E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4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30BD08B-78CA-BBCE-2AE1-6160E433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393" y="95857"/>
            <a:ext cx="8721213" cy="666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8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685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385599F-1550-7CF6-76C5-7F83103D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529" y="643467"/>
            <a:ext cx="813294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04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3861D-73EC-CDA9-A68E-9BB80B76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C88E58-ED24-CAC0-DF79-9F4D0523D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136" y="203665"/>
            <a:ext cx="8600893" cy="645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34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73E7C-FE44-FCE9-0E59-F6AF48EA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F8C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78F7FB-0047-1C3C-A43F-6735E71F9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88" y="643467"/>
            <a:ext cx="831502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40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6D695-D327-9833-DF15-ABBC8A58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0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20457F-91F3-2A01-B039-37185E7D0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829" y="643467"/>
            <a:ext cx="7930341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2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A0C0E-AE04-116B-9807-9CB5BF79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97ADC7-7E3C-9292-F6FA-3506DCE03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580" y="457200"/>
            <a:ext cx="877284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64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46DC9-B023-E4AE-B0A0-FE19A8D1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46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AA6CEB-0FBE-E4D8-DEF8-F357987E6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529" y="643467"/>
            <a:ext cx="813294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1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3CC61-C964-7DF0-234A-04E37972A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E6A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65701A-999F-C483-EC16-17370CBA0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529" y="643467"/>
            <a:ext cx="813294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65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EDB7E-983D-F205-716E-5B4E67F4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A66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93E413-22E3-09DB-AC0D-707783A27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29" y="643467"/>
            <a:ext cx="819274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1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D1C98-568D-0F00-93D0-2E5CC5653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62983F-8F85-B20E-0EF4-0D5458390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665" y="630831"/>
            <a:ext cx="6164638" cy="525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23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CF321-BCC8-D807-DEB2-2DE7D0B1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7D12EAA-F301-DEF8-16EF-63243BC64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552" y="643467"/>
            <a:ext cx="737889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78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FF5C6-21A8-A94C-5BD6-087B76F7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A84DA4A-0369-77EA-3D8E-2529A93AF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832" y="457200"/>
            <a:ext cx="784633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48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34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A38E9C-D928-6D1E-8500-8A188095D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132" y="643467"/>
            <a:ext cx="721173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44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1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457A5C3-9281-4814-C64D-283B1B2A9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826" y="643467"/>
            <a:ext cx="733034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169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Panorámica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Garavito</dc:creator>
  <cp:lastModifiedBy>Miguel Garavito</cp:lastModifiedBy>
  <cp:revision>3</cp:revision>
  <dcterms:created xsi:type="dcterms:W3CDTF">2025-05-15T20:11:02Z</dcterms:created>
  <dcterms:modified xsi:type="dcterms:W3CDTF">2025-08-11T17:34:40Z</dcterms:modified>
</cp:coreProperties>
</file>